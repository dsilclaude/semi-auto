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582A"/>
    <a:srgbClr val="A6CAEC"/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0F8C6-52E7-2510-9C1D-3232E394B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5D4EDA-A2DF-E11B-DC19-D9D40BED7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57334-5E7B-20EB-77AF-77B0E77BA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0DFE83-41BC-8A55-FA9B-6F33801C3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CA8DC-42AE-D17D-14A1-3A615D1E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21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A82C8-3CED-AA5E-D802-5642D4EE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10235-BA90-15B2-76E2-532C9B29E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12687-8516-F83C-4179-07064C75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EB4C1E-DBA1-C6D2-2EA5-A8B434DE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A85B8-46C2-681A-0429-480D3009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8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A67AC-E54E-A333-53D1-F424493B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1B09B-1130-5A9F-EDEF-7C6681675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40DBF-5E6B-D45C-2325-B36E48DD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6730A6-B7AF-77B9-30CC-4E33760E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4731F7-F93A-DB76-89FA-27944A8E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20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14655-CA0E-C513-AC51-76F96302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52B3-C5D3-E2CF-2526-34CE76ED5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1CDB11-B10C-752B-90C8-DAFFDA5B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14A70-0CBA-B9AC-EAF1-E4CF1C50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98F0F7-800C-43C5-35A7-F442A0D9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3C46E3-36EA-3F6B-CF08-163BD302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609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BC645-75EC-360F-E3DB-33C235760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B9D9E-0D52-8D76-5FCD-124BFEB85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51C9BE-AD6B-0EA5-87A9-8A95A5A85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1B6CEB-BB7F-1552-C659-F11C311A5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A9E67A-9D56-37D5-E6F7-46874EF86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F9B202-9BFA-9519-60DD-B5046ACF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78625A-4726-977F-B648-90F3B8BD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DA5844-2478-DC9C-DF7B-BC16F4C0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93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F5472-184D-0729-3B8B-EF82FA9E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943825-E163-E9BC-49CF-BE3AA130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2FC62-0EEE-B7DA-209F-0B390908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700304-CEAF-79E7-DE13-C460EB36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91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ABD396-E461-F1C4-86FC-BD2A1B67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E54AC8-4704-CBA5-3179-90ACA0E8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FD8EE-B001-BD3B-763F-B6294A0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32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2C367-561E-446F-E68B-E2CF78B43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5E267-0203-FE9B-A20B-8F858DB4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3D456F-A2E3-A101-B8AE-C6E68003B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28FE03-4C4B-465D-E76B-1A52FB09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3C9455-2137-4081-2750-47A89A74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C14F60-EF5C-7E60-D8A1-43D6D997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1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75F7E-8F00-FF8D-4B68-201596A8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7645E0-9E87-4C03-A82F-D17EF2CB1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5B3BAA-8036-69C9-AEB1-D21C592D0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C28F94-2B97-E8DC-ECCD-9382FAE4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D4EC8-32BA-06EF-99F6-761AF7EA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76FAB3-78D8-3AEE-C3BB-275E50DF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1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52BD7-DE07-E2BD-D3BE-9B7A52F6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2B20E2-4DA3-138E-3F12-B25C4FCA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E0FC4-11B3-F58E-7D1C-D29EF35B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D01F5-3623-7475-A2D2-07B75377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ADC85-4F85-FDE1-E0A8-074B11EB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38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D0007D-553B-482F-9512-297B11007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7D7B60-A0BB-9AAE-925B-583BF81E8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20FF3-0CF8-5AAE-BA31-D0563E8B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F26CE6-9683-5A11-24DE-A67A249F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B7E10-6F05-30A1-01D4-FA908363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89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F6B6E2-1B97-2573-DAA2-E54DBF6B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B6745B-FCF3-7CAB-6E86-98DDD47D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C016A-E5AA-060C-9B1D-65F460EF1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59195-F0DE-4AF5-A200-07DEBD96627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2C7925-2CEE-AFAB-2AAA-6A94CF412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8C342B-6612-7AD3-F778-73F989930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50018-5360-4DEC-BA01-9CEA6C15E6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7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9FE33C-8917-7959-B62A-38080482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48" y="903720"/>
            <a:ext cx="9885849" cy="5559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16BE1B-FFB5-BE3C-BC88-CF82B5264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02" y="2052394"/>
            <a:ext cx="6151461" cy="326175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D14BB8A-4352-27B7-7B65-AE8F6E2302F4}"/>
              </a:ext>
            </a:extLst>
          </p:cNvPr>
          <p:cNvSpPr/>
          <p:nvPr/>
        </p:nvSpPr>
        <p:spPr>
          <a:xfrm>
            <a:off x="9929648" y="785733"/>
            <a:ext cx="511277" cy="511277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02C5E14-073E-0558-A75A-AFFCAC83F0D7}"/>
              </a:ext>
            </a:extLst>
          </p:cNvPr>
          <p:cNvCxnSpPr/>
          <p:nvPr/>
        </p:nvCxnSpPr>
        <p:spPr>
          <a:xfrm flipH="1">
            <a:off x="7803931" y="1297010"/>
            <a:ext cx="1899745" cy="996873"/>
          </a:xfrm>
          <a:prstGeom prst="straightConnector1">
            <a:avLst/>
          </a:prstGeom>
          <a:ln w="57150" cap="rnd">
            <a:solidFill>
              <a:srgbClr val="F1582A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7C51B9-DB8B-5EBC-EBFF-BC4EC156A2AC}"/>
              </a:ext>
            </a:extLst>
          </p:cNvPr>
          <p:cNvSpPr txBox="1"/>
          <p:nvPr/>
        </p:nvSpPr>
        <p:spPr>
          <a:xfrm>
            <a:off x="3476297" y="3549263"/>
            <a:ext cx="2886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generate_grid_csv.py</a:t>
            </a:r>
          </a:p>
          <a:p>
            <a:pPr marL="342900" indent="-342900">
              <a:buAutoNum type="arabicPeriod"/>
            </a:pP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modify_subsite.py</a:t>
            </a:r>
            <a:endParaRPr lang="ko-KR" altLang="en-US" b="1" dirty="0">
              <a:solidFill>
                <a:srgbClr val="F158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3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DC46AB51-D6C8-3E39-92B2-10611003A4F8}"/>
              </a:ext>
            </a:extLst>
          </p:cNvPr>
          <p:cNvGrpSpPr/>
          <p:nvPr/>
        </p:nvGrpSpPr>
        <p:grpSpPr>
          <a:xfrm>
            <a:off x="283201" y="305866"/>
            <a:ext cx="9080782" cy="5149567"/>
            <a:chOff x="771525" y="409575"/>
            <a:chExt cx="10648950" cy="603885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4B8FCA1-5048-B45D-02B0-5ED0BF1B9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" y="409575"/>
              <a:ext cx="10648950" cy="60388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C192059-4FB7-5FB0-E4F8-E4BFB040B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078" y="929438"/>
              <a:ext cx="2200275" cy="14001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B94458B-5275-D070-C9C4-BF0E766DB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43506" y="1600950"/>
              <a:ext cx="3400425" cy="145732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4DB1A4F-C079-1504-B172-C4D1EB952C1D}"/>
                </a:ext>
              </a:extLst>
            </p:cNvPr>
            <p:cNvSpPr/>
            <p:nvPr/>
          </p:nvSpPr>
          <p:spPr>
            <a:xfrm>
              <a:off x="1305911" y="890023"/>
              <a:ext cx="2343806" cy="1506336"/>
            </a:xfrm>
            <a:prstGeom prst="rect">
              <a:avLst/>
            </a:prstGeom>
            <a:ln w="57150" cap="rnd">
              <a:solidFill>
                <a:srgbClr val="F1582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986406D-EFD9-E0FD-8682-BA27A5A13996}"/>
                </a:ext>
              </a:extLst>
            </p:cNvPr>
            <p:cNvCxnSpPr>
              <a:cxnSpLocks/>
              <a:stCxn id="8" idx="3"/>
              <a:endCxn id="5" idx="1"/>
            </p:cNvCxnSpPr>
            <p:nvPr/>
          </p:nvCxnSpPr>
          <p:spPr>
            <a:xfrm flipV="1">
              <a:off x="3649717" y="1629526"/>
              <a:ext cx="1139361" cy="13665"/>
            </a:xfrm>
            <a:prstGeom prst="straightConnector1">
              <a:avLst/>
            </a:prstGeom>
            <a:ln w="57150" cap="rnd">
              <a:solidFill>
                <a:srgbClr val="F1582A"/>
              </a:solidFill>
              <a:round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80C0F7C-49FF-F539-CBA1-55D176EE5911}"/>
                </a:ext>
              </a:extLst>
            </p:cNvPr>
            <p:cNvSpPr/>
            <p:nvPr/>
          </p:nvSpPr>
          <p:spPr>
            <a:xfrm>
              <a:off x="5452406" y="2012002"/>
              <a:ext cx="853801" cy="317611"/>
            </a:xfrm>
            <a:prstGeom prst="rect">
              <a:avLst/>
            </a:prstGeom>
            <a:ln w="57150" cap="rnd">
              <a:solidFill>
                <a:srgbClr val="F1582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D38DD1A1-BCCE-BBCF-D678-C41B106529B1}"/>
                </a:ext>
              </a:extLst>
            </p:cNvPr>
            <p:cNvCxnSpPr>
              <a:cxnSpLocks/>
              <a:stCxn id="12" idx="3"/>
              <a:endCxn id="7" idx="1"/>
            </p:cNvCxnSpPr>
            <p:nvPr/>
          </p:nvCxnSpPr>
          <p:spPr>
            <a:xfrm>
              <a:off x="6306207" y="2170808"/>
              <a:ext cx="1437299" cy="158806"/>
            </a:xfrm>
            <a:prstGeom prst="straightConnector1">
              <a:avLst/>
            </a:prstGeom>
            <a:ln w="57150" cap="rnd">
              <a:solidFill>
                <a:srgbClr val="F1582A"/>
              </a:solidFill>
              <a:round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89987F8-65A9-4FC3-D4B7-B5A09C6D231D}"/>
                </a:ext>
              </a:extLst>
            </p:cNvPr>
            <p:cNvSpPr/>
            <p:nvPr/>
          </p:nvSpPr>
          <p:spPr>
            <a:xfrm>
              <a:off x="10189356" y="2685924"/>
              <a:ext cx="853801" cy="317612"/>
            </a:xfrm>
            <a:prstGeom prst="rect">
              <a:avLst/>
            </a:prstGeom>
            <a:ln w="57150" cap="rnd">
              <a:solidFill>
                <a:srgbClr val="F1582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6A2E8D62-AB48-8F63-7F68-590FDDB5E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180" y="2959092"/>
            <a:ext cx="6078264" cy="3236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2E74764-D995-EC00-B62F-A2C1BEC4A9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2051"/>
          <a:stretch/>
        </p:blipFill>
        <p:spPr>
          <a:xfrm>
            <a:off x="9764368" y="468205"/>
            <a:ext cx="2427632" cy="6389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E4F38E6-E099-CFAB-2981-EBE8C1264FA1}"/>
              </a:ext>
            </a:extLst>
          </p:cNvPr>
          <p:cNvGrpSpPr/>
          <p:nvPr/>
        </p:nvGrpSpPr>
        <p:grpSpPr>
          <a:xfrm>
            <a:off x="526019" y="2223044"/>
            <a:ext cx="3897188" cy="3066336"/>
            <a:chOff x="551082" y="2320590"/>
            <a:chExt cx="3897188" cy="3066336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43AFE187-0D30-FB68-656E-331C7CB4D675}"/>
                </a:ext>
              </a:extLst>
            </p:cNvPr>
            <p:cNvGrpSpPr/>
            <p:nvPr/>
          </p:nvGrpSpPr>
          <p:grpSpPr>
            <a:xfrm>
              <a:off x="1898642" y="2323366"/>
              <a:ext cx="2170595" cy="2166520"/>
              <a:chOff x="708345" y="1749004"/>
              <a:chExt cx="2170595" cy="2166520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4D21D3B-89E1-0271-5304-A73B943BB814}"/>
                  </a:ext>
                </a:extLst>
              </p:cNvPr>
              <p:cNvSpPr/>
              <p:nvPr/>
            </p:nvSpPr>
            <p:spPr>
              <a:xfrm>
                <a:off x="708345" y="3482220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9C8A3EF-7412-065D-C348-E4DB9679C544}"/>
                  </a:ext>
                </a:extLst>
              </p:cNvPr>
              <p:cNvSpPr/>
              <p:nvPr/>
            </p:nvSpPr>
            <p:spPr>
              <a:xfrm>
                <a:off x="1141649" y="3482220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B659C8A-3E05-09A4-786B-1007828426C6}"/>
                  </a:ext>
                </a:extLst>
              </p:cNvPr>
              <p:cNvSpPr/>
              <p:nvPr/>
            </p:nvSpPr>
            <p:spPr>
              <a:xfrm>
                <a:off x="1574953" y="3482220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C168DDB-F8B1-3516-48BE-F4891266CAE6}"/>
                  </a:ext>
                </a:extLst>
              </p:cNvPr>
              <p:cNvSpPr/>
              <p:nvPr/>
            </p:nvSpPr>
            <p:spPr>
              <a:xfrm>
                <a:off x="2445636" y="3482220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93A9529-CC11-0CD3-8640-FF732F90AFBF}"/>
                  </a:ext>
                </a:extLst>
              </p:cNvPr>
              <p:cNvSpPr/>
              <p:nvPr/>
            </p:nvSpPr>
            <p:spPr>
              <a:xfrm>
                <a:off x="708345" y="3048916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FEB2DFE1-E5FF-189C-A88B-48C50F06315D}"/>
                  </a:ext>
                </a:extLst>
              </p:cNvPr>
              <p:cNvSpPr/>
              <p:nvPr/>
            </p:nvSpPr>
            <p:spPr>
              <a:xfrm>
                <a:off x="708345" y="2615612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B928B54E-29A8-B2F9-19F1-59186AF31475}"/>
                  </a:ext>
                </a:extLst>
              </p:cNvPr>
              <p:cNvSpPr/>
              <p:nvPr/>
            </p:nvSpPr>
            <p:spPr>
              <a:xfrm>
                <a:off x="708345" y="1749004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9E6C124-79C5-CF7F-5596-D052F0CDFDAD}"/>
                  </a:ext>
                </a:extLst>
              </p:cNvPr>
              <p:cNvSpPr/>
              <p:nvPr/>
            </p:nvSpPr>
            <p:spPr>
              <a:xfrm>
                <a:off x="2445636" y="1749004"/>
                <a:ext cx="433304" cy="43330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28952FE-D57D-6B4E-8C5B-7B6684555062}"/>
                </a:ext>
              </a:extLst>
            </p:cNvPr>
            <p:cNvSpPr txBox="1"/>
            <p:nvPr/>
          </p:nvSpPr>
          <p:spPr>
            <a:xfrm>
              <a:off x="3159291" y="4088568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· · ·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EFE996-A061-40B6-1527-D9CBCADAB525}"/>
                </a:ext>
              </a:extLst>
            </p:cNvPr>
            <p:cNvSpPr txBox="1"/>
            <p:nvPr/>
          </p:nvSpPr>
          <p:spPr>
            <a:xfrm rot="16200000">
              <a:off x="1864264" y="2789369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· · ·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24FDED39-466B-C265-35A6-B390C0562105}"/>
                </a:ext>
              </a:extLst>
            </p:cNvPr>
            <p:cNvCxnSpPr>
              <a:cxnSpLocks/>
            </p:cNvCxnSpPr>
            <p:nvPr/>
          </p:nvCxnSpPr>
          <p:spPr>
            <a:xfrm>
              <a:off x="1898642" y="4594569"/>
              <a:ext cx="433304" cy="0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923140-8752-7375-0A05-86D5889B9679}"/>
                </a:ext>
              </a:extLst>
            </p:cNvPr>
            <p:cNvSpPr txBox="1"/>
            <p:nvPr/>
          </p:nvSpPr>
          <p:spPr>
            <a:xfrm>
              <a:off x="1591753" y="4594569"/>
              <a:ext cx="1047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X Distance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90E6C7B-F28B-36A2-AC4F-2BBC603E2458}"/>
                </a:ext>
              </a:extLst>
            </p:cNvPr>
            <p:cNvGrpSpPr/>
            <p:nvPr/>
          </p:nvGrpSpPr>
          <p:grpSpPr>
            <a:xfrm>
              <a:off x="551082" y="4066013"/>
              <a:ext cx="1040671" cy="423873"/>
              <a:chOff x="366157" y="4066013"/>
              <a:chExt cx="1040671" cy="423873"/>
            </a:xfrm>
          </p:grpSpPr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48D4A8B8-70D1-952A-CB8D-53C708639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06828" y="4066013"/>
                <a:ext cx="0" cy="423873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2E1753D-E49F-DEB3-17CE-1118AF002734}"/>
                  </a:ext>
                </a:extLst>
              </p:cNvPr>
              <p:cNvSpPr txBox="1"/>
              <p:nvPr/>
            </p:nvSpPr>
            <p:spPr>
              <a:xfrm>
                <a:off x="366157" y="4116719"/>
                <a:ext cx="1040671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</a:rPr>
                  <a:t>Y Distance</a:t>
                </a:r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0" name="왼쪽 중괄호 49">
              <a:extLst>
                <a:ext uri="{FF2B5EF4-FFF2-40B4-BE49-F238E27FC236}">
                  <a16:creationId xmlns:a16="http://schemas.microsoft.com/office/drawing/2014/main" id="{422A02A9-B985-CB44-F0E2-BDC142890990}"/>
                </a:ext>
              </a:extLst>
            </p:cNvPr>
            <p:cNvSpPr/>
            <p:nvPr/>
          </p:nvSpPr>
          <p:spPr>
            <a:xfrm rot="16200000">
              <a:off x="2899210" y="3903079"/>
              <a:ext cx="170763" cy="2169296"/>
            </a:xfrm>
            <a:prstGeom prst="leftBrace">
              <a:avLst/>
            </a:prstGeom>
            <a:ln>
              <a:solidFill>
                <a:srgbClr val="A6C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EC19A9C-22D3-AC29-46CE-65C8F20E6030}"/>
                </a:ext>
              </a:extLst>
            </p:cNvPr>
            <p:cNvSpPr txBox="1"/>
            <p:nvPr/>
          </p:nvSpPr>
          <p:spPr>
            <a:xfrm>
              <a:off x="1515544" y="5079149"/>
              <a:ext cx="29327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A6CAEC"/>
                  </a:solidFill>
                </a:rPr>
                <a:t># of</a:t>
              </a:r>
              <a:r>
                <a:rPr lang="ko-KR" altLang="en-US" sz="1400" dirty="0">
                  <a:solidFill>
                    <a:srgbClr val="A6CAEC"/>
                  </a:solidFill>
                </a:rPr>
                <a:t> </a:t>
              </a:r>
              <a:r>
                <a:rPr lang="en-US" altLang="ko-KR" sz="1400" dirty="0">
                  <a:solidFill>
                    <a:srgbClr val="A6CAEC"/>
                  </a:solidFill>
                </a:rPr>
                <a:t>points in an array = X Points</a:t>
              </a:r>
              <a:endParaRPr lang="ko-KR" altLang="en-US" sz="1400" dirty="0">
                <a:solidFill>
                  <a:srgbClr val="A6CAEC"/>
                </a:solidFill>
              </a:endParaRPr>
            </a:p>
          </p:txBody>
        </p:sp>
        <p:sp>
          <p:nvSpPr>
            <p:cNvPr id="52" name="왼쪽 중괄호 51">
              <a:extLst>
                <a:ext uri="{FF2B5EF4-FFF2-40B4-BE49-F238E27FC236}">
                  <a16:creationId xmlns:a16="http://schemas.microsoft.com/office/drawing/2014/main" id="{39F2DDEC-4CD2-886C-BB52-65997D36B91D}"/>
                </a:ext>
              </a:extLst>
            </p:cNvPr>
            <p:cNvSpPr/>
            <p:nvPr/>
          </p:nvSpPr>
          <p:spPr>
            <a:xfrm>
              <a:off x="1649589" y="2320590"/>
              <a:ext cx="170763" cy="2169296"/>
            </a:xfrm>
            <a:prstGeom prst="leftBrace">
              <a:avLst/>
            </a:prstGeom>
            <a:ln>
              <a:solidFill>
                <a:srgbClr val="A6C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C950C9-B66B-8106-6840-7D35A4B008C8}"/>
                </a:ext>
              </a:extLst>
            </p:cNvPr>
            <p:cNvSpPr txBox="1"/>
            <p:nvPr/>
          </p:nvSpPr>
          <p:spPr>
            <a:xfrm>
              <a:off x="587818" y="3167390"/>
              <a:ext cx="10595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A6CAEC"/>
                  </a:solidFill>
                </a:rPr>
                <a:t># of arrays</a:t>
              </a:r>
            </a:p>
            <a:p>
              <a:pPr algn="ctr"/>
              <a:r>
                <a:rPr lang="en-US" altLang="ko-KR" sz="1400" dirty="0">
                  <a:solidFill>
                    <a:srgbClr val="A6CAEC"/>
                  </a:solidFill>
                </a:rPr>
                <a:t>= Y Points</a:t>
              </a:r>
              <a:endParaRPr lang="ko-KR" altLang="en-US" sz="1400" dirty="0">
                <a:solidFill>
                  <a:srgbClr val="A6CAEC"/>
                </a:solidFill>
              </a:endParaRP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9A83B26-417C-9166-9DEE-A55F6A153EC8}"/>
              </a:ext>
            </a:extLst>
          </p:cNvPr>
          <p:cNvSpPr/>
          <p:nvPr/>
        </p:nvSpPr>
        <p:spPr>
          <a:xfrm>
            <a:off x="6153561" y="3902221"/>
            <a:ext cx="728070" cy="270840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5CBB5CC-B932-03FD-AA40-2275B11224D5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881631" y="3489718"/>
            <a:ext cx="2818325" cy="547923"/>
          </a:xfrm>
          <a:prstGeom prst="straightConnector1">
            <a:avLst/>
          </a:prstGeom>
          <a:ln w="57150" cap="rnd">
            <a:solidFill>
              <a:srgbClr val="F1582A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4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0ABEAE-BD0B-1908-AFAD-633CB3824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4" y="344542"/>
            <a:ext cx="7791450" cy="52387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FDA9719-0076-0BA1-4B19-565E16D70E9C}"/>
              </a:ext>
            </a:extLst>
          </p:cNvPr>
          <p:cNvSpPr/>
          <p:nvPr/>
        </p:nvSpPr>
        <p:spPr>
          <a:xfrm>
            <a:off x="4175711" y="2522895"/>
            <a:ext cx="317461" cy="251836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DE0A7-00C5-E3A4-F4BB-FC66C689156E}"/>
              </a:ext>
            </a:extLst>
          </p:cNvPr>
          <p:cNvSpPr txBox="1"/>
          <p:nvPr/>
        </p:nvSpPr>
        <p:spPr>
          <a:xfrm>
            <a:off x="8186574" y="2648813"/>
            <a:ext cx="3651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생성된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파일을</a:t>
            </a:r>
            <a:endParaRPr lang="en-US" altLang="ko-KR" b="1" dirty="0">
              <a:solidFill>
                <a:srgbClr val="F158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바로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해서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Subsite Add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가능</a:t>
            </a:r>
          </a:p>
        </p:txBody>
      </p:sp>
    </p:spTree>
    <p:extLst>
      <p:ext uri="{BB962C8B-B14F-4D97-AF65-F5344CB8AC3E}">
        <p14:creationId xmlns:p14="http://schemas.microsoft.com/office/powerpoint/2010/main" val="118510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183534-5338-D1DA-8F36-FFEB5F5F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"/>
          <a:stretch/>
        </p:blipFill>
        <p:spPr>
          <a:xfrm>
            <a:off x="252247" y="321223"/>
            <a:ext cx="8013097" cy="4384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E16543-9126-0284-F089-6D8515069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257" y="184260"/>
            <a:ext cx="4886325" cy="4171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39FADC-31EC-0BF1-9E31-7919130DD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21" y="2890000"/>
            <a:ext cx="6604139" cy="3725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774D2-5ADE-74A9-C28A-013DAAB0661B}"/>
              </a:ext>
            </a:extLst>
          </p:cNvPr>
          <p:cNvSpPr/>
          <p:nvPr/>
        </p:nvSpPr>
        <p:spPr>
          <a:xfrm>
            <a:off x="2581875" y="717587"/>
            <a:ext cx="1233380" cy="1205806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다리꼴 15">
            <a:extLst>
              <a:ext uri="{FF2B5EF4-FFF2-40B4-BE49-F238E27FC236}">
                <a16:creationId xmlns:a16="http://schemas.microsoft.com/office/drawing/2014/main" id="{14FF5A6A-D125-8E75-1569-8DB407E88F4F}"/>
              </a:ext>
            </a:extLst>
          </p:cNvPr>
          <p:cNvSpPr/>
          <p:nvPr/>
        </p:nvSpPr>
        <p:spPr>
          <a:xfrm rot="16200000">
            <a:off x="3389525" y="609988"/>
            <a:ext cx="2272462" cy="1421002"/>
          </a:xfrm>
          <a:prstGeom prst="trapezoid">
            <a:avLst>
              <a:gd name="adj" fmla="val 35131"/>
            </a:avLst>
          </a:prstGeom>
          <a:gradFill flip="none" rotWithShape="1">
            <a:gsLst>
              <a:gs pos="0">
                <a:srgbClr val="F1582A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994F02-AC29-488A-9A46-65631E6F6205}"/>
              </a:ext>
            </a:extLst>
          </p:cNvPr>
          <p:cNvSpPr/>
          <p:nvPr/>
        </p:nvSpPr>
        <p:spPr>
          <a:xfrm>
            <a:off x="7229211" y="1164954"/>
            <a:ext cx="1796802" cy="909652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4798C-B87C-459F-8CF5-F845B361AEB1}"/>
              </a:ext>
            </a:extLst>
          </p:cNvPr>
          <p:cNvSpPr txBox="1"/>
          <p:nvPr/>
        </p:nvSpPr>
        <p:spPr>
          <a:xfrm>
            <a:off x="8557134" y="2913173"/>
            <a:ext cx="3416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원하는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Measurement Group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</a:t>
            </a:r>
            <a:endParaRPr lang="en-US" altLang="ko-KR" b="1" dirty="0">
              <a:solidFill>
                <a:srgbClr val="F158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첫 번째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에만 선택 후</a:t>
            </a:r>
            <a:endParaRPr lang="en-US" altLang="ko-KR" b="1" dirty="0">
              <a:solidFill>
                <a:srgbClr val="F158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저장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프로그램에서 불러오기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7D7BDBC-E6A4-4596-86F2-C73F82CBC5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988" b="71833"/>
          <a:stretch/>
        </p:blipFill>
        <p:spPr>
          <a:xfrm>
            <a:off x="5134596" y="4460215"/>
            <a:ext cx="3311313" cy="17009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ACCF35-C187-4A8A-8E56-B459E7554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237" y="5113532"/>
            <a:ext cx="2867025" cy="14668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24A3A6-FBB3-49A1-8EAF-A76AD3509CEA}"/>
              </a:ext>
            </a:extLst>
          </p:cNvPr>
          <p:cNvSpPr/>
          <p:nvPr/>
        </p:nvSpPr>
        <p:spPr>
          <a:xfrm>
            <a:off x="5732932" y="5376800"/>
            <a:ext cx="1159481" cy="443897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3106BB7-CB7F-4369-965B-45CE7B6D90B8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567011" y="4058117"/>
            <a:ext cx="1165921" cy="1540632"/>
          </a:xfrm>
          <a:prstGeom prst="straightConnector1">
            <a:avLst/>
          </a:prstGeom>
          <a:ln w="57150" cap="rnd">
            <a:solidFill>
              <a:srgbClr val="F1582A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E0A14B-3498-46D8-BCCA-41432C707F30}"/>
              </a:ext>
            </a:extLst>
          </p:cNvPr>
          <p:cNvSpPr txBox="1"/>
          <p:nvPr/>
        </p:nvSpPr>
        <p:spPr>
          <a:xfrm>
            <a:off x="8602018" y="4676811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이 창이 나오면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완료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3C91B1-2C96-4703-91C8-78BFE0B5148A}"/>
              </a:ext>
            </a:extLst>
          </p:cNvPr>
          <p:cNvSpPr/>
          <p:nvPr/>
        </p:nvSpPr>
        <p:spPr>
          <a:xfrm>
            <a:off x="9695366" y="856644"/>
            <a:ext cx="343369" cy="308309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755866D0-8D38-4628-8B27-0F4AEB3828F3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5952743" y="-78137"/>
            <a:ext cx="2671218" cy="5157399"/>
          </a:xfrm>
          <a:prstGeom prst="curvedConnector2">
            <a:avLst/>
          </a:prstGeom>
          <a:ln w="57150" cap="rnd">
            <a:solidFill>
              <a:srgbClr val="F1582A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4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E09F033-D728-733E-2AB8-0D9D5075C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12" y="270887"/>
            <a:ext cx="8359648" cy="47430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E4F94B-1114-BA9D-1308-F002C3ABF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329" y="0"/>
            <a:ext cx="3281671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3665C0C-A0FC-40B5-8B9E-9C743F2A238E}"/>
              </a:ext>
            </a:extLst>
          </p:cNvPr>
          <p:cNvSpPr/>
          <p:nvPr/>
        </p:nvSpPr>
        <p:spPr>
          <a:xfrm>
            <a:off x="11386514" y="355199"/>
            <a:ext cx="343369" cy="308309"/>
          </a:xfrm>
          <a:prstGeom prst="rect">
            <a:avLst/>
          </a:prstGeom>
          <a:ln w="57150" cap="rnd">
            <a:solidFill>
              <a:srgbClr val="F1582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BAB45D1-C836-487B-9F7E-0F784123926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417574" y="509354"/>
            <a:ext cx="5968940" cy="1201459"/>
          </a:xfrm>
          <a:prstGeom prst="straightConnector1">
            <a:avLst/>
          </a:prstGeom>
          <a:ln w="57150" cap="rnd">
            <a:solidFill>
              <a:srgbClr val="F1582A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B28E9B-C15C-4415-8DAD-35D556C0FE4D}"/>
              </a:ext>
            </a:extLst>
          </p:cNvPr>
          <p:cNvSpPr txBox="1"/>
          <p:nvPr/>
        </p:nvSpPr>
        <p:spPr>
          <a:xfrm>
            <a:off x="3638705" y="1996087"/>
            <a:ext cx="4160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Modified_{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원본 파일 이름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}.csv 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파일을</a:t>
            </a:r>
            <a:endParaRPr lang="en-US" altLang="ko-KR" b="1" dirty="0">
              <a:solidFill>
                <a:srgbClr val="F158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다시 </a:t>
            </a:r>
            <a:r>
              <a:rPr lang="en-US" altLang="ko-KR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ko-KR" altLang="en-US" b="1" dirty="0">
                <a:solidFill>
                  <a:srgbClr val="F158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해주면 끝</a:t>
            </a:r>
          </a:p>
        </p:txBody>
      </p:sp>
    </p:spTree>
    <p:extLst>
      <p:ext uri="{BB962C8B-B14F-4D97-AF65-F5344CB8AC3E}">
        <p14:creationId xmlns:p14="http://schemas.microsoft.com/office/powerpoint/2010/main" val="154499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78</Words>
  <Application>Microsoft Office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(학생) 양희수 (전기전자공학과)</dc:creator>
  <cp:lastModifiedBy>UNIST</cp:lastModifiedBy>
  <cp:revision>2</cp:revision>
  <dcterms:created xsi:type="dcterms:W3CDTF">2025-01-21T04:11:37Z</dcterms:created>
  <dcterms:modified xsi:type="dcterms:W3CDTF">2025-01-21T14:04:25Z</dcterms:modified>
</cp:coreProperties>
</file>